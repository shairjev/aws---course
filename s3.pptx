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AWS-Simple-Storage-Service-s3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AWS-Simple-Storage-Service-s3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AWS-Simple-Storage-Service-s3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AWS-Simple-Storage-Service-s3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AWS-Simple-Storage-Service-s3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AWS-Simple-Storage-Service-s3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AWS-Simple-Storage-Service-s3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AWS-Simple-Storage-Service-s3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AWS-Simple-Storage-Service-s3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AWS-Simple-Storage-Service-s3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AWS-Simple-Storage-Service-s3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AWS-Simple-Storage-Service-s3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AWS-Simple-Storage-Service-s3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AWS-Simple-Storage-Service-s3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AWS-Simple-Storage-Service-s3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AWS-Simple-Storage-Service-s3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AWS-Simple-Storage-Service-s3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AWS-Simple-Storage-Service-s3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